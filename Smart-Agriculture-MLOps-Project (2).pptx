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SemiBold"/>
      <p:regular r:id="rId201315"/>
    </p:embeddedFont>
    <p:embeddedFont>
      <p:font typeface="Public Sans Bold"/>
      <p:regular r:id="rId201316"/>
    </p:embeddedFont>
    <p:embeddedFont>
      <p:font typeface="Sora SemiBold"/>
      <p:regular r:id="rId201317"/>
    </p:embeddedFont>
    <p:embeddedFont>
      <p:font typeface="Spline Sans Mono"/>
      <p:regular r:id="rId201318"/>
    </p:embeddedFont>
    <p:embeddedFont>
      <p:font typeface="Spline Sans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6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149846"/>
            <a:ext cx="711182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SMART AGRICULTURE MLOPS</a:t>
            </a:r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 · PROJECT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447351"/>
            <a:ext cx="6502237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Smart Agriculture MLOps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143859"/>
            <a:ext cx="6502237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AI-Powered Agriculture Decision Support 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585" y="3209627"/>
            <a:ext cx="2145651" cy="38100"/>
          </a:xfrm>
          <a:prstGeom prst="roundRect">
            <a:avLst>
              <a:gd name="adj" fmla="val 49999"/>
            </a:avLst>
          </a:prstGeom>
          <a:solidFill>
            <a:srgbClr val="35E5F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527127"/>
            <a:ext cx="6502237" cy="163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Developer: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Rohan Bhatnagar</a:t>
            </a:r>
            <a:endParaRPr lang="en-US" sz="1600" dirty="0"/>
          </a:p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Education: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B.Tech Computer Science, Artificial Intelligence specialization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Location: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Hyderabad, India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585" y="5391249"/>
            <a:ext cx="5590737" cy="316805"/>
          </a:xfrm>
          <a:prstGeom prst="roundRect">
            <a:avLst>
              <a:gd name="adj" fmla="val 360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422" y="5452170"/>
            <a:ext cx="595664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REACT · FASTAPI · SCIKIT-LEARN · OPENWEATHERMAP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B2E67"/>
          </a:solidFill>
          <a:ln/>
        </p:spPr>
      </p:sp>
      <p:sp>
        <p:nvSpPr>
          <p:cNvPr id="11" name="Text 9"/>
          <p:cNvSpPr/>
          <p:nvPr/>
        </p:nvSpPr>
        <p:spPr>
          <a:xfrm>
            <a:off x="8330992" y="5632311"/>
            <a:ext cx="3251119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DECISION SUPPORT / 01</a:t>
            </a:r>
            <a:endParaRPr lang="en-US" sz="12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Turning agricultural inputs into practical predictions.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B2E67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426709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01 ·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900053"/>
            <a:ext cx="3657509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Farm decisions depend on many changing signals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585" y="2306141"/>
            <a:ext cx="3657509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practical decision-support application must bring crop, soil, climate, weather, production, and market considerations into one understandable workflow.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008596"/>
            <a:ext cx="3657509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The goal is not to replace expertise. It is to make relevant information and model-assisted guidance easier to access.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76678" y="0"/>
            <a:ext cx="3581310" cy="2184400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263" y="609600"/>
            <a:ext cx="23621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Crop selection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263" y="1098550"/>
            <a:ext cx="236214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Choose crops that fit soil and climate conditions.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10385" y="0"/>
            <a:ext cx="3581310" cy="2184400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11" name="Text 9"/>
          <p:cNvSpPr/>
          <p:nvPr/>
        </p:nvSpPr>
        <p:spPr>
          <a:xfrm>
            <a:off x="9219969" y="609600"/>
            <a:ext cx="23621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Fertilizer use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219969" y="1098550"/>
            <a:ext cx="236214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Support nutrient planning with available inputs.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76678" y="2336701"/>
            <a:ext cx="3581310" cy="2184598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263" y="2946301"/>
            <a:ext cx="23621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Irrigation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263" y="3435251"/>
            <a:ext cx="236214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Assist water-management decisions.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10385" y="2336701"/>
            <a:ext cx="3581310" cy="2184598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17" name="Text 15"/>
          <p:cNvSpPr/>
          <p:nvPr/>
        </p:nvSpPr>
        <p:spPr>
          <a:xfrm>
            <a:off x="9219969" y="2946301"/>
            <a:ext cx="23621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Weather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19969" y="3435251"/>
            <a:ext cx="236214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Bring current weather information into context.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76678" y="4673600"/>
            <a:ext cx="3581310" cy="2184400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263" y="5283200"/>
            <a:ext cx="23621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Yield planning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263" y="5772150"/>
            <a:ext cx="236214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Estimate production outcomes for planning.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10385" y="4673600"/>
            <a:ext cx="3581310" cy="2184400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23" name="Text 21"/>
          <p:cNvSpPr/>
          <p:nvPr/>
        </p:nvSpPr>
        <p:spPr>
          <a:xfrm>
            <a:off x="9219969" y="5283200"/>
            <a:ext cx="23621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Market prices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19969" y="5772150"/>
            <a:ext cx="236214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forecasts to inform market planning.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56642" y="6461125"/>
            <a:ext cx="33505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43298"/>
            <a:ext cx="386070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02 · PROJECT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233751"/>
            <a:ext cx="325111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Make agricultural decisions more data-driven and explainable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4030960"/>
            <a:ext cx="325111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application organizes multiple prediction and weather features behind a clear user experience.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70288" y="0"/>
            <a:ext cx="3784505" cy="3352800"/>
          </a:xfrm>
          <a:prstGeom prst="rect">
            <a:avLst/>
          </a:prstGeom>
          <a:solidFill>
            <a:srgbClr val="0B2E67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3" y="990005"/>
            <a:ext cx="25653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Guide choices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873" y="1478955"/>
            <a:ext cx="256533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Recommend crops and fertilizer options from soil and climate inputs.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07190" y="0"/>
            <a:ext cx="3784505" cy="3352800"/>
          </a:xfrm>
          <a:prstGeom prst="rect">
            <a:avLst/>
          </a:prstGeom>
          <a:solidFill>
            <a:srgbClr val="103D3A"/>
          </a:solidFill>
          <a:ln/>
        </p:spPr>
      </p:sp>
      <p:sp>
        <p:nvSpPr>
          <p:cNvPr id="9" name="Text 7"/>
          <p:cNvSpPr/>
          <p:nvPr/>
        </p:nvSpPr>
        <p:spPr>
          <a:xfrm>
            <a:off x="9016774" y="990005"/>
            <a:ext cx="25653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Support planning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016774" y="1478955"/>
            <a:ext cx="256533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Assist irrigation, yield, and market-price decisions with model outputs.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70288" y="3505200"/>
            <a:ext cx="3784505" cy="3352800"/>
          </a:xfrm>
          <a:prstGeom prst="rect">
            <a:avLst/>
          </a:prstGeom>
          <a:solidFill>
            <a:srgbClr val="123E52"/>
          </a:solidFill>
          <a:ln/>
        </p:spPr>
      </p:sp>
      <p:sp>
        <p:nvSpPr>
          <p:cNvPr id="12" name="Text 10"/>
          <p:cNvSpPr/>
          <p:nvPr/>
        </p:nvSpPr>
        <p:spPr>
          <a:xfrm>
            <a:off x="5079873" y="4495205"/>
            <a:ext cx="25653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Connect information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79873" y="4984155"/>
            <a:ext cx="256533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Combine application inputs with OpenWeatherMap information.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07190" y="3505200"/>
            <a:ext cx="3784505" cy="3352800"/>
          </a:xfrm>
          <a:prstGeom prst="rect">
            <a:avLst/>
          </a:prstGeom>
          <a:solidFill>
            <a:srgbClr val="164A3C"/>
          </a:solidFill>
          <a:ln/>
        </p:spPr>
      </p:sp>
      <p:sp>
        <p:nvSpPr>
          <p:cNvPr id="15" name="Text 13"/>
          <p:cNvSpPr/>
          <p:nvPr/>
        </p:nvSpPr>
        <p:spPr>
          <a:xfrm>
            <a:off x="9016774" y="4347964"/>
            <a:ext cx="25653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Keep it usable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16774" y="4836914"/>
            <a:ext cx="2565336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 predictions through a concise React interface and backend APIs.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53169" y="6461125"/>
            <a:ext cx="33852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00"/>
          </a:xfrm>
          <a:prstGeom prst="rect">
            <a:avLst/>
          </a:prstGeom>
          <a:solidFill>
            <a:srgbClr val="0B2E67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17300"/>
            <a:ext cx="2641534" cy="1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67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03 · SYSTEM ARCHITECTURE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09585" y="761711"/>
            <a:ext cx="2031949" cy="478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17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From user input to prediction result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1323551"/>
            <a:ext cx="2031949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layer has a focused responsibility and communicates through backend APIs.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51119" y="0"/>
            <a:ext cx="1696697" cy="3352800"/>
          </a:xfrm>
          <a:prstGeom prst="rect">
            <a:avLst/>
          </a:prstGeom>
          <a:noFill/>
          <a:ln w="19050">
            <a:solidFill>
              <a:srgbClr val="4E50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79753" y="636350"/>
            <a:ext cx="1049014" cy="1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67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879753" y="769144"/>
            <a:ext cx="439429" cy="372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79753" y="1210938"/>
            <a:ext cx="439429" cy="145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Forms, feature selection, weather view, and result presentation.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00113" y="0"/>
            <a:ext cx="1696697" cy="3352800"/>
          </a:xfrm>
          <a:prstGeom prst="rect">
            <a:avLst/>
          </a:prstGeom>
          <a:noFill/>
          <a:ln w="19050">
            <a:solidFill>
              <a:srgbClr val="4E50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28747" y="636350"/>
            <a:ext cx="1049014" cy="1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67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728747" y="769144"/>
            <a:ext cx="439429" cy="372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FastAPI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28747" y="1210938"/>
            <a:ext cx="439429" cy="203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Receives requests, validates inputs, and exposes prediction endpoints.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107" y="0"/>
            <a:ext cx="1696797" cy="3352800"/>
          </a:xfrm>
          <a:prstGeom prst="rect">
            <a:avLst/>
          </a:prstGeom>
          <a:noFill/>
          <a:ln w="19050">
            <a:solidFill>
              <a:srgbClr val="4E50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7742" y="636350"/>
            <a:ext cx="1049113" cy="1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67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03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7577742" y="769144"/>
            <a:ext cx="439528" cy="559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77742" y="1397370"/>
            <a:ext cx="439528" cy="203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pandas and scikit-learn pipelines support recommendation and forecasting tasks.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98300" y="0"/>
            <a:ext cx="3393296" cy="3352800"/>
          </a:xfrm>
          <a:prstGeom prst="rect">
            <a:avLst/>
          </a:prstGeom>
          <a:noFill/>
          <a:ln w="19050">
            <a:solidFill>
              <a:srgbClr val="4E50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26934" y="636350"/>
            <a:ext cx="2745612" cy="1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67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04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426934" y="769144"/>
            <a:ext cx="2136027" cy="186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Results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26934" y="1024506"/>
            <a:ext cx="2136027" cy="29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Prediction outputs return to the frontend for user interpretation.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51119" y="3505200"/>
            <a:ext cx="8940477" cy="3352800"/>
          </a:xfrm>
          <a:prstGeom prst="rect">
            <a:avLst/>
          </a:prstGeom>
          <a:solidFill>
            <a:srgbClr val="103D3A"/>
          </a:solidFill>
          <a:ln/>
        </p:spPr>
      </p:sp>
      <p:sp>
        <p:nvSpPr>
          <p:cNvPr id="23" name="Text 21"/>
          <p:cNvSpPr/>
          <p:nvPr/>
        </p:nvSpPr>
        <p:spPr>
          <a:xfrm>
            <a:off x="3860703" y="4114800"/>
            <a:ext cx="7721308" cy="186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OpenWeatherMap integration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60703" y="4370162"/>
            <a:ext cx="8330892" cy="145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Weather information is requested through the backend and presented alongside the decision-support features.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52772" y="6461125"/>
            <a:ext cx="33892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481659"/>
            <a:ext cx="426709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04 · RECOMMENDATION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772112"/>
            <a:ext cx="3657509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Crop and fertilizer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3787080"/>
            <a:ext cx="365750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Two related features turn agricultural inputs into practical suggestions.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263" y="1604863"/>
            <a:ext cx="1930352" cy="3008213"/>
          </a:xfrm>
          <a:prstGeom prst="rect">
            <a:avLst/>
          </a:prstGeom>
          <a:solidFill>
            <a:srgbClr val="0B2E67"/>
          </a:solidFill>
          <a:ln/>
        </p:spPr>
      </p:sp>
      <p:sp>
        <p:nvSpPr>
          <p:cNvPr id="6" name="Text 4"/>
          <p:cNvSpPr/>
          <p:nvPr/>
        </p:nvSpPr>
        <p:spPr>
          <a:xfrm>
            <a:off x="5714857" y="1833463"/>
            <a:ext cx="14731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Inputs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14857" y="2322413"/>
            <a:ext cx="1473163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Soil conditions, climate conditions, and other values entered in the application.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69011" y="1604863"/>
            <a:ext cx="1930352" cy="3008213"/>
          </a:xfrm>
          <a:prstGeom prst="rect">
            <a:avLst/>
          </a:prstGeom>
          <a:solidFill>
            <a:srgbClr val="103D3A"/>
          </a:solidFill>
          <a:ln/>
        </p:spPr>
      </p:sp>
      <p:sp>
        <p:nvSpPr>
          <p:cNvPr id="9" name="Text 7"/>
          <p:cNvSpPr/>
          <p:nvPr/>
        </p:nvSpPr>
        <p:spPr>
          <a:xfrm>
            <a:off x="7797605" y="1833463"/>
            <a:ext cx="14731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Prediction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97605" y="2322413"/>
            <a:ext cx="1473163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FastAPI routes validated inputs to the relevant pandas / scikit-learn model.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51759" y="1604863"/>
            <a:ext cx="1930352" cy="3008213"/>
          </a:xfrm>
          <a:prstGeom prst="rect">
            <a:avLst/>
          </a:prstGeom>
          <a:solidFill>
            <a:srgbClr val="164A3C"/>
          </a:solidFill>
          <a:ln/>
        </p:spPr>
      </p:sp>
      <p:sp>
        <p:nvSpPr>
          <p:cNvPr id="12" name="Text 10"/>
          <p:cNvSpPr/>
          <p:nvPr/>
        </p:nvSpPr>
        <p:spPr>
          <a:xfrm>
            <a:off x="9880353" y="1833463"/>
            <a:ext cx="14731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Outputs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880353" y="2322413"/>
            <a:ext cx="1473163" cy="206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Recommended crop or fertilizer guidance is returned to the React interface.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263" y="4842629"/>
            <a:ext cx="609584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Expected output: a clear recommendation that can be considered alongside agricultural knowledge.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50986" y="6461125"/>
            <a:ext cx="34070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123E52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386070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05 · IRRIGATION PREDICTION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900053"/>
            <a:ext cx="325111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Support better water-management decisions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585" y="2697262"/>
            <a:ext cx="3251119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irrigation feature is designed to help users reason about when irrigation may be needed from the information available to the application.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70288" y="0"/>
            <a:ext cx="3784505" cy="3352800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7" name="Text 5"/>
          <p:cNvSpPr/>
          <p:nvPr/>
        </p:nvSpPr>
        <p:spPr>
          <a:xfrm>
            <a:off x="5079873" y="609600"/>
            <a:ext cx="25653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Purpose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9873" y="1098550"/>
            <a:ext cx="2565336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Provide model-assisted guidance for irrigation planning rather than an automated control system.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07190" y="0"/>
            <a:ext cx="3784505" cy="3352800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10" name="Text 8"/>
          <p:cNvSpPr/>
          <p:nvPr/>
        </p:nvSpPr>
        <p:spPr>
          <a:xfrm>
            <a:off x="9016774" y="609600"/>
            <a:ext cx="25653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Input data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16774" y="1098550"/>
            <a:ext cx="2565336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the project’s available agricultural and climate-related input fields, with weather information available through OpenWeatherMap.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70288" y="3505200"/>
            <a:ext cx="3784505" cy="3352800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13" name="Text 11"/>
          <p:cNvSpPr/>
          <p:nvPr/>
        </p:nvSpPr>
        <p:spPr>
          <a:xfrm>
            <a:off x="5079873" y="4114800"/>
            <a:ext cx="25653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Decision support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79873" y="4603750"/>
            <a:ext cx="2565336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 a prediction that users can review with local conditions and practical constraints.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07190" y="3505200"/>
            <a:ext cx="3784505" cy="3352800"/>
          </a:xfrm>
          <a:prstGeom prst="rect">
            <a:avLst/>
          </a:prstGeom>
          <a:solidFill>
            <a:srgbClr val="06122B"/>
          </a:solidFill>
          <a:ln/>
        </p:spPr>
      </p:sp>
      <p:sp>
        <p:nvSpPr>
          <p:cNvPr id="16" name="Text 14"/>
          <p:cNvSpPr/>
          <p:nvPr/>
        </p:nvSpPr>
        <p:spPr>
          <a:xfrm>
            <a:off x="9016774" y="4114800"/>
            <a:ext cx="25653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Boundary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16774" y="4603750"/>
            <a:ext cx="2565336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claim is made here about field sensors, automated watering, or closed-loop control.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54161" y="6461125"/>
            <a:ext cx="33753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0B2E67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481659"/>
            <a:ext cx="548626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06 · FORECASTING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2772112"/>
            <a:ext cx="4876678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Plan for production and markets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585" y="3787080"/>
            <a:ext cx="487667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Forecasting features extend the application beyond immediate recommendations.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48" y="0"/>
            <a:ext cx="2971726" cy="6858000"/>
          </a:xfrm>
          <a:prstGeom prst="rect">
            <a:avLst/>
          </a:prstGeom>
          <a:solidFill>
            <a:srgbClr val="103D3A"/>
          </a:solidFill>
          <a:ln/>
        </p:spPr>
      </p:sp>
      <p:sp>
        <p:nvSpPr>
          <p:cNvPr id="7" name="Text 5"/>
          <p:cNvSpPr/>
          <p:nvPr/>
        </p:nvSpPr>
        <p:spPr>
          <a:xfrm>
            <a:off x="6705432" y="1475383"/>
            <a:ext cx="17525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Crop price forecasting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05432" y="2269133"/>
            <a:ext cx="1752556" cy="206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Helps users think about possible market-price movement and make more informed planning decisions.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05432" y="4560749"/>
            <a:ext cx="1752556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Use case: market planning and timing conversations.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219969" y="0"/>
            <a:ext cx="2971726" cy="6858000"/>
          </a:xfrm>
          <a:prstGeom prst="rect">
            <a:avLst/>
          </a:prstGeom>
          <a:solidFill>
            <a:srgbClr val="164A3C"/>
          </a:solidFill>
          <a:ln/>
        </p:spPr>
      </p:sp>
      <p:sp>
        <p:nvSpPr>
          <p:cNvPr id="11" name="Text 9"/>
          <p:cNvSpPr/>
          <p:nvPr/>
        </p:nvSpPr>
        <p:spPr>
          <a:xfrm>
            <a:off x="9829554" y="1430933"/>
            <a:ext cx="17525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Crop yield forecasting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29554" y="2224683"/>
            <a:ext cx="1752556" cy="2356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Supports production planning by estimating expected yield from the project’s available input data.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29554" y="4810879"/>
            <a:ext cx="1752556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Use case: resource and output planning.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58428" y="6461125"/>
            <a:ext cx="33326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0B2E67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21490"/>
            <a:ext cx="3454314" cy="16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6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07 · TECHNOLOGY STACK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888182"/>
            <a:ext cx="2844729" cy="151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spc="-27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One application, connected end to end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585" y="2616766"/>
            <a:ext cx="2844729" cy="111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stack keeps the user interface, API layer, models, and weather information clearly separated.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063898" y="0"/>
            <a:ext cx="3987700" cy="2184400"/>
          </a:xfrm>
          <a:prstGeom prst="rect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98882" y="647093"/>
            <a:ext cx="2717732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Frontend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698882" y="1102887"/>
            <a:ext cx="2717732" cy="111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55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React + Vite</a:t>
            </a:r>
            <a:endParaRPr lang="en-US" sz="15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Collect inputs, call APIs, and display recommendations and forecasts.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03995" y="0"/>
            <a:ext cx="3987700" cy="2184400"/>
          </a:xfrm>
          <a:prstGeom prst="rect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38979" y="647093"/>
            <a:ext cx="2717732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Backend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838979" y="1102887"/>
            <a:ext cx="2717732" cy="111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55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Python + FastAPI</a:t>
            </a:r>
            <a:endParaRPr lang="en-US" sz="15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 requests and expose model and weather endpoints.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063898" y="2336701"/>
            <a:ext cx="3987700" cy="2184598"/>
          </a:xfrm>
          <a:prstGeom prst="rect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8882" y="2983794"/>
            <a:ext cx="2717732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Machine learning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698882" y="3439587"/>
            <a:ext cx="2717732" cy="83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55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pandas + scikit-learn</a:t>
            </a:r>
            <a:endParaRPr lang="en-US" sz="15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Prepare data and support the project’s prediction features.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03995" y="2336701"/>
            <a:ext cx="3987700" cy="2184598"/>
          </a:xfrm>
          <a:prstGeom prst="rect">
            <a:avLst/>
          </a:prstGeom>
          <a:noFill/>
          <a:ln w="25399">
            <a:solidFill>
              <a:srgbClr val="4E50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38979" y="2983794"/>
            <a:ext cx="2717732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Weather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838979" y="3439587"/>
            <a:ext cx="2717732" cy="83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55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OpenWeatherMap API</a:t>
            </a:r>
            <a:endParaRPr lang="en-US" sz="15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55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Provide weather information to the application.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063898" y="4673600"/>
            <a:ext cx="8127797" cy="2184400"/>
          </a:xfrm>
          <a:prstGeom prst="rect">
            <a:avLst/>
          </a:prstGeom>
          <a:solidFill>
            <a:srgbClr val="103D3A"/>
          </a:solidFill>
          <a:ln/>
        </p:spPr>
      </p:sp>
      <p:sp>
        <p:nvSpPr>
          <p:cNvPr id="19" name="Text 17"/>
          <p:cNvSpPr/>
          <p:nvPr/>
        </p:nvSpPr>
        <p:spPr>
          <a:xfrm>
            <a:off x="4673483" y="5295293"/>
            <a:ext cx="6908627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Workflow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673483" y="5751087"/>
            <a:ext cx="6908627" cy="559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Preprocess data → train models → evaluate during development → expose predictions through FastAPI → communicate results to the React frontend.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1850986" y="6461125"/>
            <a:ext cx="34070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00398"/>
            <a:ext cx="345431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08 · RESULTS &amp;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890851"/>
            <a:ext cx="2844729" cy="195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Be clear about what is known and what remains to validate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4079180"/>
            <a:ext cx="284472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presentation does not invent accuracy scores, datasets, deployment status, or business outcomes.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63898" y="0"/>
            <a:ext cx="3987700" cy="3352800"/>
          </a:xfrm>
          <a:prstGeom prst="rect">
            <a:avLst/>
          </a:prstGeom>
          <a:solidFill>
            <a:srgbClr val="103D3A"/>
          </a:solidFill>
          <a:ln/>
        </p:spPr>
      </p:sp>
      <p:sp>
        <p:nvSpPr>
          <p:cNvPr id="6" name="Text 4"/>
          <p:cNvSpPr/>
          <p:nvPr/>
        </p:nvSpPr>
        <p:spPr>
          <a:xfrm>
            <a:off x="4673483" y="842764"/>
            <a:ext cx="27685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Results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673483" y="1331714"/>
            <a:ext cx="2768531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Actual project results: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[Add validated metrics, sample outputs, or screenshots here.]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03995" y="0"/>
            <a:ext cx="3987700" cy="3352800"/>
          </a:xfrm>
          <a:prstGeom prst="rect">
            <a:avLst/>
          </a:prstGeom>
          <a:solidFill>
            <a:srgbClr val="0B2E67"/>
          </a:solidFill>
          <a:ln/>
        </p:spPr>
      </p:sp>
      <p:sp>
        <p:nvSpPr>
          <p:cNvPr id="9" name="Text 7"/>
          <p:cNvSpPr/>
          <p:nvPr/>
        </p:nvSpPr>
        <p:spPr>
          <a:xfrm>
            <a:off x="8813580" y="842764"/>
            <a:ext cx="27685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13580" y="1331714"/>
            <a:ext cx="2768531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 quality depends on input data, feature coverage, evaluation design, and real-world validation.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3898" y="3505200"/>
            <a:ext cx="8127797" cy="3352800"/>
          </a:xfrm>
          <a:prstGeom prst="rect">
            <a:avLst/>
          </a:prstGeom>
          <a:solidFill>
            <a:srgbClr val="164A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73483" y="4642545"/>
            <a:ext cx="69086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Future improvements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73483" y="5131495"/>
            <a:ext cx="690862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Expand validation, document datasets, improve explainability, and add more robust testing and deployment documentation.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53864" y="6461125"/>
            <a:ext cx="33783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0B2E67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514376"/>
            <a:ext cx="629904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35E5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09 · CONCLUSION &amp;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811880"/>
            <a:ext cx="5689458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Smart Agriculture MLOps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508389"/>
            <a:ext cx="568945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Better decisions through connected application features and model-assisted guidance.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9585" y="3914477"/>
            <a:ext cx="5689458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Crop recommendations, fertilizer support, irrigation prediction, price and yield forecasting, and weather information come together in one decision-support system.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5" y="5026819"/>
            <a:ext cx="2746604" cy="316805"/>
          </a:xfrm>
          <a:prstGeom prst="roundRect">
            <a:avLst>
              <a:gd name="adj" fmla="val 360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422" y="5087739"/>
            <a:ext cx="311251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READY FOR PROJECT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18212" y="1752203"/>
            <a:ext cx="40638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Demo placeholders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18212" y="2241153"/>
            <a:ext cx="4063898" cy="2224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Live application:</a:t>
            </a:r>
            <a:endParaRPr lang="en-US" sz="1600" dirty="0"/>
          </a:p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[]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GitHub repository:</a:t>
            </a:r>
            <a:endParaRPr lang="en-US" sz="1600" dirty="0"/>
          </a:p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[Insert repository URL]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Screenshots: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[Insert UI and prediction screenshots]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18212" y="4695388"/>
            <a:ext cx="406389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Developer: Rohan Bhatnagar · Hyderabad, India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0652" y="6461125"/>
            <a:ext cx="31104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2026-10-12T10:20:47Z</dcterms:created>
  <dcterms:modified xsi:type="dcterms:W3CDTF">2026-10-12T10:20:47Z</dcterms:modified>
</cp:coreProperties>
</file>